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DM Sans" pitchFamily="2" charset="0"/>
      <p:regular r:id="rId18"/>
      <p:bold r:id="rId19"/>
      <p:italic r:id="rId20"/>
      <p:boldItalic r:id="rId21"/>
    </p:embeddedFont>
    <p:embeddedFont>
      <p:font typeface="Merriweather" panose="000005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07168" y="2619375"/>
            <a:ext cx="11777662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Space Exploration Report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852862" y="3648075"/>
            <a:ext cx="44862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 Exploratory Data Analysis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895350" y="2509837"/>
            <a:ext cx="104013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Collection and Understanding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619750" y="3700462"/>
            <a:ext cx="952500" cy="476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028950" y="4033837"/>
            <a:ext cx="6134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Assessing the scope and quality of the space mission dataset.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2190750" y="2962275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Scope:</a:t>
            </a: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Analysis of over 10,000 historical and planned space missions.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2190750" y="3409950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Key Numerics:</a:t>
            </a: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'Cost_Million_USD', 'Duration_Days', 'Success_Rate', 'Year'.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2190750" y="3857625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Key Categories:</a:t>
            </a: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'Country', 'Agency', 'Mission_Type', 'Destination', 'Mission_Status'.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2190750" y="4305300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Objective:</a:t>
            </a: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To identify trends and factors influencing mission success, cost, and duration.</a:t>
            </a:r>
            <a:endParaRPr/>
          </a:p>
        </p:txBody>
      </p:sp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0099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457575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9052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3529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 Overview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2185511" y="2509837"/>
            <a:ext cx="7820977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Advanced Data Processing</a:t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5619750" y="3700462"/>
            <a:ext cx="952500" cy="476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3181350" y="4033837"/>
            <a:ext cx="58293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Preparing the raw data for statistical analysis and modeling.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9075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1000125" y="2190750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Applied </a:t>
            </a:r>
            <a:r>
              <a:rPr lang="en-US" sz="13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Median Imputation</a:t>
            </a: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to 'Cost_Million_USD' and 'Duration_Days'.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1000125" y="2847975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Median was chosen because it's robust against the skewed nature of cost and duration data.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1000125" y="3505200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Imputed categorical columns (like 'Mission_Type' and 'Destination') with the </a:t>
            </a:r>
            <a:r>
              <a:rPr lang="en-US" sz="13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Mode</a:t>
            </a: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(most frequent value).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1000125" y="4162425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final check confirmed zero remaining null values after imputation.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809625" y="2190750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809625" y="2847975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809625" y="3505200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809625" y="4162425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Handling Missing Data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9075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1000125" y="2190750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Addressed extreme outliers in 'Cost_Million_USD' using the </a:t>
            </a:r>
            <a:r>
              <a:rPr lang="en-US" sz="13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Interquartile Range (IQR) method</a:t>
            </a: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1000125" y="2847975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This technique, also known as Winsorization, caps extreme values at a sensible threshold.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1000125" y="3505200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Values were capped at the Lower and Upper Bounds (Q1   ±  1.5  ×  IQR  ) to prevent skewing the analysis.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809625" y="2190750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809625" y="2847975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809625" y="3505200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Outlier Treatment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9075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1000125" y="2190750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Standardization (Z-score):</a:t>
            </a: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Used 'StandardScaler()' to transform data to a mean of   0   and std-dev of   1  .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1000125" y="2847975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Normalization (Min-Max):</a:t>
            </a: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Used `MinMaxScaler()` to scale features into a fixed   [  0  ,  1  ]   range.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1000125" y="3505200"/>
            <a:ext cx="48577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Purpose:</a:t>
            </a: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This step is crucial for preparing data for distance-based algorithms (like K-Means Clustering) and gradient-descent models.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809625" y="2190750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809625" y="2847975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809625" y="3505200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 Scaling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1320403" y="2352675"/>
            <a:ext cx="9551193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Exploratory Data Analysis (EDA)</a:t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5619750" y="3543300"/>
            <a:ext cx="952500" cy="476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2762250" y="3876675"/>
            <a:ext cx="6667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Visualizing key trends, distributions, and relationships across the mission lifecycle.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47534"/>
            <a:ext cx="8366024" cy="2122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1050" y="3395662"/>
            <a:ext cx="106299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Mission Distribution by Country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4C6E65-FC9C-75ED-830C-8B40A3A8A9C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1500" y="1679930"/>
            <a:ext cx="8366024" cy="32853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406" y="4329326"/>
            <a:ext cx="8858866" cy="231426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2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Average Mission Cost by Agency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68ED7B-E5B5-4906-E3A5-7A476FCAED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5404" y="1973736"/>
            <a:ext cx="8858867" cy="29105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54244"/>
            <a:ext cx="9270590" cy="243225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3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Mission Type vs Destination (Heatmap)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ACCE92-EB34-0F48-A410-5209EFEB3D3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1500" y="1802833"/>
            <a:ext cx="9270590" cy="24018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41334"/>
            <a:ext cx="8583034" cy="176058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Mission Success Rate by Year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5A48BC-466F-87C2-9231-968BC7AFD99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1500" y="1227575"/>
            <a:ext cx="8583034" cy="36197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90218"/>
            <a:ext cx="9408242" cy="219628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5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Mission Cost vs Duration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63F437-C1A0-2D7D-C451-8F8C6D86AD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1500" y="1120877"/>
            <a:ext cx="9408242" cy="36772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6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EDA Dashboard Summary</a:t>
            </a:r>
            <a:endParaRPr/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9850007-D4E1-E270-122D-7229A7CC4B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43615"/>
            <a:ext cx="8501584" cy="54292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7"/>
          <p:cNvSpPr txBox="1"/>
          <p:nvPr/>
        </p:nvSpPr>
        <p:spPr>
          <a:xfrm>
            <a:off x="295275" y="2581275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220" name="Google Shape;220;p27"/>
          <p:cNvSpPr txBox="1"/>
          <p:nvPr/>
        </p:nvSpPr>
        <p:spPr>
          <a:xfrm>
            <a:off x="571500" y="375285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</Words>
  <Application>Microsoft Office PowerPoint</Application>
  <PresentationFormat>Widescreen</PresentationFormat>
  <Paragraphs>44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Merriweather</vt:lpstr>
      <vt:lpstr>Calibri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Aromal anil</cp:lastModifiedBy>
  <cp:revision>1</cp:revision>
  <dcterms:modified xsi:type="dcterms:W3CDTF">2025-11-12T04:53:22Z</dcterms:modified>
</cp:coreProperties>
</file>